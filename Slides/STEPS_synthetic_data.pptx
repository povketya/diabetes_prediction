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7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98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325880"/>
            <a:ext cx="8869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STEPS Data Preparation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057400"/>
            <a:ext cx="9509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From Cambodia STEPS 2010 microdata request to synthetic data generation and BRFSS-like mapping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798064"/>
            <a:ext cx="18653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Diabetes risk prediction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07792" y="27432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80944" y="2798064"/>
            <a:ext cx="14996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Feature selection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2743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2798064"/>
            <a:ext cx="1362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Synthetic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Data obtaining: Cambodia STEPS 2010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 searched for diabetes data in Cambodia and found WHO STEPS microdata access.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3152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18488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 found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310896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Cambodia STEPS 2010 microdata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Survey conducted with UHS support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Public metadata existed, but microdata required a formal WHO request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08760"/>
            <a:ext cx="73152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18488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 did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947672"/>
            <a:ext cx="310896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Submitted request to WHO NCD Microdata Repository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Waited for approval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Downloaded approved files after access was granted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508760"/>
            <a:ext cx="73152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18488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 received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1947672"/>
            <a:ext cx="310896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Questionnaires in Khmer and English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Excel microdata: 5,433 rows × 143 columns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UHS/WHO report document for Cambodia STEPS 2010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606040"/>
            <a:ext cx="2743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2606040"/>
            <a:ext cx="2743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Understanding 143 columns with the questionnaire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291840" cy="1965960"/>
          </a:xfrm>
          <a:prstGeom prst="roundRect">
            <a:avLst>
              <a:gd name="adj" fmla="val 32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3152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18488"/>
            <a:ext cx="2971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Input to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Questionnaire PDF files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Small sample: about 25–30 rows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Column names from the 143-column Excel 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291840" cy="1965960"/>
          </a:xfrm>
          <a:prstGeom prst="roundRect">
            <a:avLst>
              <a:gd name="adj" fmla="val 3256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508760"/>
            <a:ext cx="73152" cy="1965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18488"/>
            <a:ext cx="2971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AI-assisted clarification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947672"/>
            <a:ext cx="297180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Matched STEPS codes to questions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Grouped variables by topic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Identified target, risk factors, and non-useful columns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508760"/>
            <a:ext cx="3108960" cy="1965960"/>
          </a:xfrm>
          <a:prstGeom prst="roundRect">
            <a:avLst>
              <a:gd name="adj" fmla="val 3256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508760"/>
            <a:ext cx="73152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18488"/>
            <a:ext cx="2788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1947672"/>
            <a:ext cx="27889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Column meaning table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Feature-selection plan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Clean workflow for AI generation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2496312"/>
            <a:ext cx="5029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2496312"/>
            <a:ext cx="50292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97280" y="4206240"/>
            <a:ext cx="9966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this step mattered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709160"/>
            <a:ext cx="9326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The 143 columns included survey IDs, sampling variables, health questions, measurements, and diabetes treatment questions. Without understanding the questionnaire, feature selection could be wrong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Feature selection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 selected only variables that are useful for diabetes risk prediction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27048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</a:rPr>
              <a:t>Removed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3108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pid, stratum, psu, wstep1, wstep2, wstep3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Reason: they are IDs/survey-design variables, not health risk factors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27048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Selected target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856232"/>
            <a:ext cx="3108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h7a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Meaning: ever told by doctor/health worker that the person has raised blood sugar or diabetes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FEDD5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27048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Removed leakage columns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1856232"/>
            <a:ext cx="31089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h7b, h8a–h8f, h9, h10, b5, b6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Reason: treatment/advice/diagnostic information after diabetes is already known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Final selected columns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From 143 original columns, I selected 35 predictor features + 1 target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89888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Demographic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" y="1691640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sex, age, c4, c5, c8, c11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4517136" y="1389888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463040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Tobacco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54296" y="1691640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t1, t2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8375904" y="1389888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3064" y="1463040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Alcohol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13064" y="1691640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a3, a4, a5, a7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58368" y="2185416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258568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Diet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" y="2487168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d1, d2, d3, d4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4517136" y="2185416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2258568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Physical activity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54296" y="2487168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p1, p4, p7, p10, p13, p16a, p16b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8375904" y="2185416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2258568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Health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13064" y="2487168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h1, h2a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58368" y="2980944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054096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Body &amp; BP measurement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" y="3282696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m3, m4, m7, m11a, m11b, m12a, m12b, m13a, m13b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4517136" y="2980944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3054096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Cholesterol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54296" y="3282696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b8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8375904" y="2980944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3054096"/>
            <a:ext cx="3291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Target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13064" y="3282696"/>
            <a:ext cx="3291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F172A"/>
                </a:solidFill>
              </a:rPr>
              <a:t>h7a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914400" y="4590288"/>
            <a:ext cx="27432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What I got after feature selection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910328"/>
            <a:ext cx="46198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steps_selected_for_ai_generation.csv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14400" y="5358384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Because target h7a had missing values, rows without target were dropped. The selected sample became 873 rows for generation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Synthetic data generation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selected sample became the template for AI-generated STEPS-like data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063240" cy="1645920"/>
          </a:xfrm>
          <a:prstGeom prst="roundRect">
            <a:avLst>
              <a:gd name="adj" fmla="val 38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56232"/>
            <a:ext cx="27432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steps_selected_for_ai_generation.csv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35 features + 1 target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873 rows after dropping missing h7a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063240" cy="1645920"/>
          </a:xfrm>
          <a:prstGeom prst="roundRect">
            <a:avLst>
              <a:gd name="adj" fmla="val 3889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417320"/>
            <a:ext cx="73152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56232"/>
            <a:ext cx="27432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SDV CTGAN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Trains on selected STEPS sample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Learns tabular relationships between variables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1417320"/>
            <a:ext cx="3063240" cy="1645920"/>
          </a:xfrm>
          <a:prstGeom prst="roundRect">
            <a:avLst>
              <a:gd name="adj" fmla="val 3889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417320"/>
            <a:ext cx="73152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1856232"/>
            <a:ext cx="274320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generated_steps_data.csv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5,000 synthetic rows first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Still uses STEPS-style column names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03320" y="2240280"/>
            <a:ext cx="8229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2240280"/>
            <a:ext cx="8229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2296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Why 5,000 first?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507992"/>
            <a:ext cx="10424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original sample is small. Starting with 5,000 rows helps test quality first before trying 10,000 or 20,000 rows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Mapping STEPS data to BRFSS-like columns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data must be converted before it can be compared or combined with BRFSS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17320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h7a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834640" y="1408176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1417320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Diabetes_binary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17320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sex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321040" y="1408176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41080" y="1417320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Sex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2960" y="1856232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947672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age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834640" y="1938528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1947672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Age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309360" y="1856232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947672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c5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321040" y="1938528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41080" y="1947672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Education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22960" y="2386584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47802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c11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834640" y="2468880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2478024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Income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309360" y="2386584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47802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m3 + m4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321040" y="2468880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41080" y="2478024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BMI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22960" y="2916936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008376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h2a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834640" y="2999232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54680" y="3008376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HighBP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309360" y="2916936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3008376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b8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321040" y="2999232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41080" y="3008376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HighChol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22960" y="3447288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3538728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t1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2834640" y="35295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54680" y="3538728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Smoker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309360" y="3447288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3538728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p1/p4/p7/p10/p13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8321040" y="35295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41080" y="3538728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PhysActivity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822960" y="3977640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4069080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d1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2834640" y="4059936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154680" y="4069080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Fruits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6309360" y="3977640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4069080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d3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8321040" y="4059936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41080" y="4069080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Veggies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822960" y="4507992"/>
            <a:ext cx="498348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4599432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a7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2834640" y="4590288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154680" y="4599432"/>
            <a:ext cx="242316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</a:rPr>
              <a:t>HvyAlcoholConsump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822960" y="5166360"/>
            <a:ext cx="23774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Files created in this step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" y="5486400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generated_steps_brfss_like.csv → generated_steps_brfss_like_clean.csv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Final generated dataset and BRFSS matching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final clean file is ready for checking, but it only partially matches the BRFSS 21-feature schema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383280" cy="1920240"/>
          </a:xfrm>
          <a:prstGeom prst="roundRect">
            <a:avLst>
              <a:gd name="adj" fmla="val 3333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3063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Final generated 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56232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generated_steps_brfss_like_clean.csv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20 columns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Includes BRFSS-like columns + extra STEPS-derived features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566160" cy="192024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27048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Safely matched with BRFSS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856232"/>
            <a:ext cx="324612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50" dirty="0">
                <a:solidFill>
                  <a:srgbClr val="334155"/>
                </a:solidFill>
              </a:rPr>
              <a:t>13 shared columns: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</a:rPr>
              <a:t>Diabetes_binary, HighBP, HighChol, BMI, Smoker, PhysActivity, Fruits, Veggies, HvyAlcoholConsump, Sex, Age, Education, Income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1417320"/>
            <a:ext cx="3063240" cy="1920240"/>
          </a:xfrm>
          <a:prstGeom prst="roundRect">
            <a:avLst>
              <a:gd name="adj" fmla="val 3333"/>
            </a:avLst>
          </a:prstGeom>
          <a:solidFill>
            <a:srgbClr val="FFEDD5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417320"/>
            <a:ext cx="73152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Not forced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1856232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Other BRFSS columns such as Stroke, GenHlth, MentHlth, PhysHlth, DiffWalk, AnyHealthcare were not created because there is no strong direct STEPS match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What I have now and next step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418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status after data request, feature selection, generation, mapping, and cleaning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99032"/>
            <a:ext cx="438912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steps_selected_for_ai_generation.csv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43891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334155"/>
                </a:solidFill>
              </a:rPr>
              <a:t>Selected original STEPS sample: 35 features + h7a target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84832"/>
            <a:ext cx="438912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steps_mapped_to_brfss_like_schema.csv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258568"/>
            <a:ext cx="43891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334155"/>
                </a:solidFill>
              </a:rPr>
              <a:t>Original small STEPS sample mapped to BRFSS-like format for checking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70632"/>
            <a:ext cx="438912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generated_steps_data.csv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944368"/>
            <a:ext cx="43891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334155"/>
                </a:solidFill>
              </a:rPr>
              <a:t>AI-generated STEPS-style rows from CTGAN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77240" y="33832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56432"/>
            <a:ext cx="438912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generated_steps_brfss_like.csv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630168"/>
            <a:ext cx="43891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334155"/>
                </a:solidFill>
              </a:rPr>
              <a:t>Generated rows mapped to BRFSS-like format before final cleaning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42232"/>
            <a:ext cx="438912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</a:rPr>
              <a:t>generated_steps_brfss_like_clean.csv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4315968"/>
            <a:ext cx="43891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334155"/>
                </a:solidFill>
              </a:rPr>
              <a:t>Final cleaned generated data to continue with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STEPS synthetic data preparation • Diabetes risk prediction project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667744" y="6501384"/>
            <a:ext cx="2286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941</Words>
  <Application>Microsoft Office PowerPoint</Application>
  <PresentationFormat>Widescreen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Royal University of Phnom Penh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STEPS Data Preparation for Diabetes Risk Prediction</dc:title>
  <dc:subject>WHO STEPS synthetic data preparation for diabetes risk prediction</dc:subject>
  <dc:creator>OpenAI</dc:creator>
  <cp:lastModifiedBy>﻿Nhor Povketya</cp:lastModifiedBy>
  <cp:revision>20</cp:revision>
  <dcterms:created xsi:type="dcterms:W3CDTF">2026-05-12T06:38:32Z</dcterms:created>
  <dcterms:modified xsi:type="dcterms:W3CDTF">2026-05-12T15:28:23Z</dcterms:modified>
</cp:coreProperties>
</file>